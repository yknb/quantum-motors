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65" r:id="rId3"/>
    <p:sldId id="260" r:id="rId4"/>
    <p:sldId id="261" r:id="rId5"/>
    <p:sldId id="257" r:id="rId6"/>
    <p:sldId id="262" r:id="rId7"/>
    <p:sldId id="263" r:id="rId8"/>
    <p:sldId id="26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60"/>
    <p:restoredTop sz="94652"/>
  </p:normalViewPr>
  <p:slideViewPr>
    <p:cSldViewPr snapToGrid="0" snapToObjects="1">
      <p:cViewPr varScale="1">
        <p:scale>
          <a:sx n="60" d="100"/>
          <a:sy n="60" d="100"/>
        </p:scale>
        <p:origin x="-15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A6D8F-F5ED-4D18-9CFF-A22D8C2B5415}" type="doc">
      <dgm:prSet loTypeId="urn:microsoft.com/office/officeart/2005/8/layout/list1" loCatId="list" qsTypeId="urn:microsoft.com/office/officeart/2005/8/quickstyle/simple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3CA7A106-E647-4E96-8082-C6183CC9EC9B}">
      <dgm:prSet/>
      <dgm:spPr/>
      <dgm:t>
        <a:bodyPr/>
        <a:lstStyle/>
        <a:p>
          <a:r>
            <a:rPr lang="fr-FR" b="1"/>
            <a:t>Contexte :</a:t>
          </a:r>
          <a:endParaRPr lang="en-US"/>
        </a:p>
      </dgm:t>
    </dgm:pt>
    <dgm:pt modelId="{A282A187-D983-4448-BF72-F25BC8D5D2F7}" type="parTrans" cxnId="{39378B07-AE7C-4288-939B-BB81284E11A8}">
      <dgm:prSet/>
      <dgm:spPr/>
      <dgm:t>
        <a:bodyPr/>
        <a:lstStyle/>
        <a:p>
          <a:endParaRPr lang="en-US"/>
        </a:p>
      </dgm:t>
    </dgm:pt>
    <dgm:pt modelId="{08DF6153-2276-41DC-B6FE-2CAF2B19D1D0}" type="sibTrans" cxnId="{39378B07-AE7C-4288-939B-BB81284E11A8}">
      <dgm:prSet/>
      <dgm:spPr/>
      <dgm:t>
        <a:bodyPr/>
        <a:lstStyle/>
        <a:p>
          <a:endParaRPr lang="en-US"/>
        </a:p>
      </dgm:t>
    </dgm:pt>
    <dgm:pt modelId="{97D938D2-0624-43B2-B46A-E27E63A12B18}">
      <dgm:prSet/>
      <dgm:spPr/>
      <dgm:t>
        <a:bodyPr/>
        <a:lstStyle/>
        <a:p>
          <a:r>
            <a:rPr lang="fr-FR"/>
            <a:t>Quantum Motors souhaite se développer à l’international, nécessitant une infrastructure capable de gérer la disponibilité, la scalabilité et la performance.</a:t>
          </a:r>
          <a:br>
            <a:rPr lang="fr-FR"/>
          </a:br>
          <a:endParaRPr lang="en-US"/>
        </a:p>
      </dgm:t>
    </dgm:pt>
    <dgm:pt modelId="{3E93C324-355C-4D2E-8553-46537256FFAA}" type="parTrans" cxnId="{65644919-2EDE-4F5A-9942-85135BC5A1E1}">
      <dgm:prSet/>
      <dgm:spPr/>
      <dgm:t>
        <a:bodyPr/>
        <a:lstStyle/>
        <a:p>
          <a:endParaRPr lang="en-US"/>
        </a:p>
      </dgm:t>
    </dgm:pt>
    <dgm:pt modelId="{B30ECD19-392F-49E1-B454-8E921531A5FF}" type="sibTrans" cxnId="{65644919-2EDE-4F5A-9942-85135BC5A1E1}">
      <dgm:prSet/>
      <dgm:spPr/>
      <dgm:t>
        <a:bodyPr/>
        <a:lstStyle/>
        <a:p>
          <a:endParaRPr lang="en-US"/>
        </a:p>
      </dgm:t>
    </dgm:pt>
    <dgm:pt modelId="{D05EAE11-EFC6-4E66-8604-361030F61037}">
      <dgm:prSet/>
      <dgm:spPr/>
      <dgm:t>
        <a:bodyPr/>
        <a:lstStyle/>
        <a:p>
          <a:r>
            <a:rPr lang="fr-FR" b="1"/>
            <a:t>Objectifs :</a:t>
          </a:r>
          <a:endParaRPr lang="en-US"/>
        </a:p>
      </dgm:t>
    </dgm:pt>
    <dgm:pt modelId="{E78EF668-A5AB-4CE1-8F2F-E322485863F0}" type="parTrans" cxnId="{CA18B3C8-A81E-42DF-81E5-87E231098D6B}">
      <dgm:prSet/>
      <dgm:spPr/>
      <dgm:t>
        <a:bodyPr/>
        <a:lstStyle/>
        <a:p>
          <a:endParaRPr lang="en-US"/>
        </a:p>
      </dgm:t>
    </dgm:pt>
    <dgm:pt modelId="{D443F5DE-876A-45C5-AF02-E79403A5765C}" type="sibTrans" cxnId="{CA18B3C8-A81E-42DF-81E5-87E231098D6B}">
      <dgm:prSet/>
      <dgm:spPr/>
      <dgm:t>
        <a:bodyPr/>
        <a:lstStyle/>
        <a:p>
          <a:endParaRPr lang="en-US"/>
        </a:p>
      </dgm:t>
    </dgm:pt>
    <dgm:pt modelId="{2C03EB71-A0C5-4E32-AFDB-0284D0134FB9}">
      <dgm:prSet/>
      <dgm:spPr/>
      <dgm:t>
        <a:bodyPr/>
        <a:lstStyle/>
        <a:p>
          <a:r>
            <a:rPr lang="fr-FR"/>
            <a:t>Proposer une architecture micro services adaptée aux nouvelles exigences.</a:t>
          </a:r>
          <a:endParaRPr lang="en-US"/>
        </a:p>
      </dgm:t>
    </dgm:pt>
    <dgm:pt modelId="{FB39A680-ACD3-4491-90F7-F20C1058A8D6}" type="parTrans" cxnId="{B907279C-2634-4A7D-B8B0-41D82D82274E}">
      <dgm:prSet/>
      <dgm:spPr/>
      <dgm:t>
        <a:bodyPr/>
        <a:lstStyle/>
        <a:p>
          <a:endParaRPr lang="en-US"/>
        </a:p>
      </dgm:t>
    </dgm:pt>
    <dgm:pt modelId="{9CDEB7CC-3304-4AA5-B43F-25756DB366A5}" type="sibTrans" cxnId="{B907279C-2634-4A7D-B8B0-41D82D82274E}">
      <dgm:prSet/>
      <dgm:spPr/>
      <dgm:t>
        <a:bodyPr/>
        <a:lstStyle/>
        <a:p>
          <a:endParaRPr lang="en-US"/>
        </a:p>
      </dgm:t>
    </dgm:pt>
    <dgm:pt modelId="{2DB92B29-E609-481E-8C5B-0E56B64FC553}">
      <dgm:prSet/>
      <dgm:spPr/>
      <dgm:t>
        <a:bodyPr/>
        <a:lstStyle/>
        <a:p>
          <a:r>
            <a:rPr lang="fr-FR"/>
            <a:t>Améliorer la fiabilité et la sécurité pour supporter la croissance et les opérations critiques.</a:t>
          </a:r>
          <a:endParaRPr lang="en-US"/>
        </a:p>
      </dgm:t>
    </dgm:pt>
    <dgm:pt modelId="{BA987C31-C96F-4A0A-9002-5929A01B9EC2}" type="parTrans" cxnId="{24FB105D-5B58-4087-8D78-19B182C12AA1}">
      <dgm:prSet/>
      <dgm:spPr/>
      <dgm:t>
        <a:bodyPr/>
        <a:lstStyle/>
        <a:p>
          <a:endParaRPr lang="en-US"/>
        </a:p>
      </dgm:t>
    </dgm:pt>
    <dgm:pt modelId="{3D6154BC-8EC7-4553-BDF5-0522D63216EC}" type="sibTrans" cxnId="{24FB105D-5B58-4087-8D78-19B182C12AA1}">
      <dgm:prSet/>
      <dgm:spPr/>
      <dgm:t>
        <a:bodyPr/>
        <a:lstStyle/>
        <a:p>
          <a:endParaRPr lang="en-US"/>
        </a:p>
      </dgm:t>
    </dgm:pt>
    <dgm:pt modelId="{D00B5B33-9E1C-DA4A-95D5-A4C3E463C0DE}" type="pres">
      <dgm:prSet presAssocID="{447A6D8F-F5ED-4D18-9CFF-A22D8C2B5415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457AD30-E114-CE43-8F2E-4748CBCD83B1}" type="pres">
      <dgm:prSet presAssocID="{3CA7A106-E647-4E96-8082-C6183CC9EC9B}" presName="parentLin" presStyleCnt="0"/>
      <dgm:spPr/>
    </dgm:pt>
    <dgm:pt modelId="{BC4B00DD-DFED-4F4B-8F9F-356967C4499F}" type="pres">
      <dgm:prSet presAssocID="{3CA7A106-E647-4E96-8082-C6183CC9EC9B}" presName="parentLeftMargin" presStyleLbl="node1" presStyleIdx="0" presStyleCnt="2"/>
      <dgm:spPr/>
      <dgm:t>
        <a:bodyPr/>
        <a:lstStyle/>
        <a:p>
          <a:endParaRPr lang="fr-FR"/>
        </a:p>
      </dgm:t>
    </dgm:pt>
    <dgm:pt modelId="{2134B16C-788B-4A42-AF62-85954FC66862}" type="pres">
      <dgm:prSet presAssocID="{3CA7A106-E647-4E96-8082-C6183CC9EC9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075BDE0-FD2A-394C-B5FE-3EA8ED60E233}" type="pres">
      <dgm:prSet presAssocID="{3CA7A106-E647-4E96-8082-C6183CC9EC9B}" presName="negativeSpace" presStyleCnt="0"/>
      <dgm:spPr/>
    </dgm:pt>
    <dgm:pt modelId="{003EEF17-6470-E242-9B73-27BD912CD30D}" type="pres">
      <dgm:prSet presAssocID="{3CA7A106-E647-4E96-8082-C6183CC9EC9B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A1F0F6E-CAE5-4E45-A999-232B6B535BC2}" type="pres">
      <dgm:prSet presAssocID="{08DF6153-2276-41DC-B6FE-2CAF2B19D1D0}" presName="spaceBetweenRectangles" presStyleCnt="0"/>
      <dgm:spPr/>
    </dgm:pt>
    <dgm:pt modelId="{C104E7AF-7A63-4C41-8935-417498C1D1E9}" type="pres">
      <dgm:prSet presAssocID="{D05EAE11-EFC6-4E66-8604-361030F61037}" presName="parentLin" presStyleCnt="0"/>
      <dgm:spPr/>
    </dgm:pt>
    <dgm:pt modelId="{96BC09B6-44CD-3948-B2DD-4D24C805D106}" type="pres">
      <dgm:prSet presAssocID="{D05EAE11-EFC6-4E66-8604-361030F61037}" presName="parentLeftMargin" presStyleLbl="node1" presStyleIdx="0" presStyleCnt="2"/>
      <dgm:spPr/>
      <dgm:t>
        <a:bodyPr/>
        <a:lstStyle/>
        <a:p>
          <a:endParaRPr lang="fr-FR"/>
        </a:p>
      </dgm:t>
    </dgm:pt>
    <dgm:pt modelId="{1E397471-2DA7-2241-8264-25BD54CEA6FD}" type="pres">
      <dgm:prSet presAssocID="{D05EAE11-EFC6-4E66-8604-361030F61037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E56A31-EB30-C84C-8E97-BE40BB6725E2}" type="pres">
      <dgm:prSet presAssocID="{D05EAE11-EFC6-4E66-8604-361030F61037}" presName="negativeSpace" presStyleCnt="0"/>
      <dgm:spPr/>
    </dgm:pt>
    <dgm:pt modelId="{3289E6CE-DC81-0342-A039-2CDE2F1AFD31}" type="pres">
      <dgm:prSet presAssocID="{D05EAE11-EFC6-4E66-8604-361030F61037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2DD124B-CB23-6045-B336-771223384C31}" type="presOf" srcId="{3CA7A106-E647-4E96-8082-C6183CC9EC9B}" destId="{BC4B00DD-DFED-4F4B-8F9F-356967C4499F}" srcOrd="0" destOrd="0" presId="urn:microsoft.com/office/officeart/2005/8/layout/list1"/>
    <dgm:cxn modelId="{65644919-2EDE-4F5A-9942-85135BC5A1E1}" srcId="{3CA7A106-E647-4E96-8082-C6183CC9EC9B}" destId="{97D938D2-0624-43B2-B46A-E27E63A12B18}" srcOrd="0" destOrd="0" parTransId="{3E93C324-355C-4D2E-8553-46537256FFAA}" sibTransId="{B30ECD19-392F-49E1-B454-8E921531A5FF}"/>
    <dgm:cxn modelId="{1E11BFAD-B5F5-A04C-9C66-E79CFAF6F8DB}" type="presOf" srcId="{447A6D8F-F5ED-4D18-9CFF-A22D8C2B5415}" destId="{D00B5B33-9E1C-DA4A-95D5-A4C3E463C0DE}" srcOrd="0" destOrd="0" presId="urn:microsoft.com/office/officeart/2005/8/layout/list1"/>
    <dgm:cxn modelId="{B5BF863C-AA69-8F4A-841E-9672BFF2BD10}" type="presOf" srcId="{2DB92B29-E609-481E-8C5B-0E56B64FC553}" destId="{3289E6CE-DC81-0342-A039-2CDE2F1AFD31}" srcOrd="0" destOrd="1" presId="urn:microsoft.com/office/officeart/2005/8/layout/list1"/>
    <dgm:cxn modelId="{0FAA2032-E0A0-3344-80F7-2D0AF732BE0D}" type="presOf" srcId="{D05EAE11-EFC6-4E66-8604-361030F61037}" destId="{96BC09B6-44CD-3948-B2DD-4D24C805D106}" srcOrd="0" destOrd="0" presId="urn:microsoft.com/office/officeart/2005/8/layout/list1"/>
    <dgm:cxn modelId="{CA18B3C8-A81E-42DF-81E5-87E231098D6B}" srcId="{447A6D8F-F5ED-4D18-9CFF-A22D8C2B5415}" destId="{D05EAE11-EFC6-4E66-8604-361030F61037}" srcOrd="1" destOrd="0" parTransId="{E78EF668-A5AB-4CE1-8F2F-E322485863F0}" sibTransId="{D443F5DE-876A-45C5-AF02-E79403A5765C}"/>
    <dgm:cxn modelId="{40F0B447-273D-9444-80FA-A862AD7EC633}" type="presOf" srcId="{97D938D2-0624-43B2-B46A-E27E63A12B18}" destId="{003EEF17-6470-E242-9B73-27BD912CD30D}" srcOrd="0" destOrd="0" presId="urn:microsoft.com/office/officeart/2005/8/layout/list1"/>
    <dgm:cxn modelId="{24FB105D-5B58-4087-8D78-19B182C12AA1}" srcId="{D05EAE11-EFC6-4E66-8604-361030F61037}" destId="{2DB92B29-E609-481E-8C5B-0E56B64FC553}" srcOrd="1" destOrd="0" parTransId="{BA987C31-C96F-4A0A-9002-5929A01B9EC2}" sibTransId="{3D6154BC-8EC7-4553-BDF5-0522D63216EC}"/>
    <dgm:cxn modelId="{BFCAC960-65A6-2449-B03C-3F47E650EF3A}" type="presOf" srcId="{3CA7A106-E647-4E96-8082-C6183CC9EC9B}" destId="{2134B16C-788B-4A42-AF62-85954FC66862}" srcOrd="1" destOrd="0" presId="urn:microsoft.com/office/officeart/2005/8/layout/list1"/>
    <dgm:cxn modelId="{B907279C-2634-4A7D-B8B0-41D82D82274E}" srcId="{D05EAE11-EFC6-4E66-8604-361030F61037}" destId="{2C03EB71-A0C5-4E32-AFDB-0284D0134FB9}" srcOrd="0" destOrd="0" parTransId="{FB39A680-ACD3-4491-90F7-F20C1058A8D6}" sibTransId="{9CDEB7CC-3304-4AA5-B43F-25756DB366A5}"/>
    <dgm:cxn modelId="{39378B07-AE7C-4288-939B-BB81284E11A8}" srcId="{447A6D8F-F5ED-4D18-9CFF-A22D8C2B5415}" destId="{3CA7A106-E647-4E96-8082-C6183CC9EC9B}" srcOrd="0" destOrd="0" parTransId="{A282A187-D983-4448-BF72-F25BC8D5D2F7}" sibTransId="{08DF6153-2276-41DC-B6FE-2CAF2B19D1D0}"/>
    <dgm:cxn modelId="{7B8E3449-91DF-E249-A59A-BCA1A1461AE0}" type="presOf" srcId="{2C03EB71-A0C5-4E32-AFDB-0284D0134FB9}" destId="{3289E6CE-DC81-0342-A039-2CDE2F1AFD31}" srcOrd="0" destOrd="0" presId="urn:microsoft.com/office/officeart/2005/8/layout/list1"/>
    <dgm:cxn modelId="{ECCA1B64-4727-C44A-9BFE-D278E1B88BD5}" type="presOf" srcId="{D05EAE11-EFC6-4E66-8604-361030F61037}" destId="{1E397471-2DA7-2241-8264-25BD54CEA6FD}" srcOrd="1" destOrd="0" presId="urn:microsoft.com/office/officeart/2005/8/layout/list1"/>
    <dgm:cxn modelId="{81674A93-28AE-0C4B-9B6A-CEE3D36861BB}" type="presParOf" srcId="{D00B5B33-9E1C-DA4A-95D5-A4C3E463C0DE}" destId="{B457AD30-E114-CE43-8F2E-4748CBCD83B1}" srcOrd="0" destOrd="0" presId="urn:microsoft.com/office/officeart/2005/8/layout/list1"/>
    <dgm:cxn modelId="{FF35C369-8F39-7F4B-B111-60D6768A2E34}" type="presParOf" srcId="{B457AD30-E114-CE43-8F2E-4748CBCD83B1}" destId="{BC4B00DD-DFED-4F4B-8F9F-356967C4499F}" srcOrd="0" destOrd="0" presId="urn:microsoft.com/office/officeart/2005/8/layout/list1"/>
    <dgm:cxn modelId="{9498C18C-C553-2942-A9FC-07EBB9446777}" type="presParOf" srcId="{B457AD30-E114-CE43-8F2E-4748CBCD83B1}" destId="{2134B16C-788B-4A42-AF62-85954FC66862}" srcOrd="1" destOrd="0" presId="urn:microsoft.com/office/officeart/2005/8/layout/list1"/>
    <dgm:cxn modelId="{9280C18C-687B-5940-8959-9CF82FC308BF}" type="presParOf" srcId="{D00B5B33-9E1C-DA4A-95D5-A4C3E463C0DE}" destId="{B075BDE0-FD2A-394C-B5FE-3EA8ED60E233}" srcOrd="1" destOrd="0" presId="urn:microsoft.com/office/officeart/2005/8/layout/list1"/>
    <dgm:cxn modelId="{0294798B-2C42-B342-ABFB-35FDB9BE4C9E}" type="presParOf" srcId="{D00B5B33-9E1C-DA4A-95D5-A4C3E463C0DE}" destId="{003EEF17-6470-E242-9B73-27BD912CD30D}" srcOrd="2" destOrd="0" presId="urn:microsoft.com/office/officeart/2005/8/layout/list1"/>
    <dgm:cxn modelId="{37AF0341-3B6E-D04B-95DA-D0716ADE5082}" type="presParOf" srcId="{D00B5B33-9E1C-DA4A-95D5-A4C3E463C0DE}" destId="{AA1F0F6E-CAE5-4E45-A999-232B6B535BC2}" srcOrd="3" destOrd="0" presId="urn:microsoft.com/office/officeart/2005/8/layout/list1"/>
    <dgm:cxn modelId="{2E270D61-AE58-9441-8244-5EBDF5F033BA}" type="presParOf" srcId="{D00B5B33-9E1C-DA4A-95D5-A4C3E463C0DE}" destId="{C104E7AF-7A63-4C41-8935-417498C1D1E9}" srcOrd="4" destOrd="0" presId="urn:microsoft.com/office/officeart/2005/8/layout/list1"/>
    <dgm:cxn modelId="{698F857F-5249-584A-AE31-CD7F471BFA83}" type="presParOf" srcId="{C104E7AF-7A63-4C41-8935-417498C1D1E9}" destId="{96BC09B6-44CD-3948-B2DD-4D24C805D106}" srcOrd="0" destOrd="0" presId="urn:microsoft.com/office/officeart/2005/8/layout/list1"/>
    <dgm:cxn modelId="{9A6FB2E6-E7B6-7646-82C7-A53C2A87A3C4}" type="presParOf" srcId="{C104E7AF-7A63-4C41-8935-417498C1D1E9}" destId="{1E397471-2DA7-2241-8264-25BD54CEA6FD}" srcOrd="1" destOrd="0" presId="urn:microsoft.com/office/officeart/2005/8/layout/list1"/>
    <dgm:cxn modelId="{354446A2-A40C-6E4B-BF16-8D10290E096C}" type="presParOf" srcId="{D00B5B33-9E1C-DA4A-95D5-A4C3E463C0DE}" destId="{9CE56A31-EB30-C84C-8E97-BE40BB6725E2}" srcOrd="5" destOrd="0" presId="urn:microsoft.com/office/officeart/2005/8/layout/list1"/>
    <dgm:cxn modelId="{ED43B261-EF1C-6245-8026-548E3E2C8372}" type="presParOf" srcId="{D00B5B33-9E1C-DA4A-95D5-A4C3E463C0DE}" destId="{3289E6CE-DC81-0342-A039-2CDE2F1AFD3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2D76ED-EF1B-4806-B5FF-D31EDAF87E2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849554-0912-432D-8D1A-B5B785691E73}">
      <dgm:prSet/>
      <dgm:spPr/>
      <dgm:t>
        <a:bodyPr/>
        <a:lstStyle/>
        <a:p>
          <a:r>
            <a:rPr lang="fr-FR" b="1"/>
            <a:t>Disponibilité limitée : </a:t>
          </a:r>
          <a:r>
            <a:rPr lang="fr-FR"/>
            <a:t>L’infrastructure actuelle ne dispose pas de mécanismes de réplication et de basculement, ce qui expose les services aux interruptions en cas de panne.</a:t>
          </a:r>
          <a:endParaRPr lang="en-US"/>
        </a:p>
      </dgm:t>
    </dgm:pt>
    <dgm:pt modelId="{FC089260-6F4E-4524-BC04-12753451C089}" type="parTrans" cxnId="{5D27D816-685A-4B10-A38C-729C39080EA8}">
      <dgm:prSet/>
      <dgm:spPr/>
      <dgm:t>
        <a:bodyPr/>
        <a:lstStyle/>
        <a:p>
          <a:endParaRPr lang="en-US"/>
        </a:p>
      </dgm:t>
    </dgm:pt>
    <dgm:pt modelId="{C7DE8A5A-2B9F-494F-AF23-D49698F6AF4D}" type="sibTrans" cxnId="{5D27D816-685A-4B10-A38C-729C39080EA8}">
      <dgm:prSet/>
      <dgm:spPr/>
      <dgm:t>
        <a:bodyPr/>
        <a:lstStyle/>
        <a:p>
          <a:endParaRPr lang="en-US"/>
        </a:p>
      </dgm:t>
    </dgm:pt>
    <dgm:pt modelId="{56A4048D-5815-49CB-86BB-B0A198B95C35}">
      <dgm:prSet/>
      <dgm:spPr/>
      <dgm:t>
        <a:bodyPr/>
        <a:lstStyle/>
        <a:p>
          <a:r>
            <a:rPr lang="fr-FR" b="1"/>
            <a:t>Scalabilité restreinte : </a:t>
          </a:r>
          <a:r>
            <a:rPr lang="fr-FR"/>
            <a:t>La capacité à répondre à de fortes charges est limitée, rendant difficile la gestion des pics de trafic sans une duplication manuelle des ressources.</a:t>
          </a:r>
          <a:endParaRPr lang="en-US"/>
        </a:p>
      </dgm:t>
    </dgm:pt>
    <dgm:pt modelId="{0A37CF3D-EC82-4919-A800-4A79187A7321}" type="parTrans" cxnId="{54D3389E-5DD1-4ACE-9AC4-523AC7FEC76E}">
      <dgm:prSet/>
      <dgm:spPr/>
      <dgm:t>
        <a:bodyPr/>
        <a:lstStyle/>
        <a:p>
          <a:endParaRPr lang="en-US"/>
        </a:p>
      </dgm:t>
    </dgm:pt>
    <dgm:pt modelId="{F59D76D7-0933-45B7-B986-FE138FDB579C}" type="sibTrans" cxnId="{54D3389E-5DD1-4ACE-9AC4-523AC7FEC76E}">
      <dgm:prSet/>
      <dgm:spPr/>
      <dgm:t>
        <a:bodyPr/>
        <a:lstStyle/>
        <a:p>
          <a:endParaRPr lang="en-US"/>
        </a:p>
      </dgm:t>
    </dgm:pt>
    <dgm:pt modelId="{B859330D-75C9-4547-94FB-85514C54B59D}">
      <dgm:prSet/>
      <dgm:spPr/>
      <dgm:t>
        <a:bodyPr/>
        <a:lstStyle/>
        <a:p>
          <a:r>
            <a:rPr lang="fr-FR" b="1"/>
            <a:t>Sécurité insuffisante : </a:t>
          </a:r>
          <a:r>
            <a:rPr lang="fr-FR"/>
            <a:t>La centralisation des services et l’absence d’isolation entre eux augmentent le risque de compromission des données sensibles.</a:t>
          </a:r>
          <a:endParaRPr lang="en-US"/>
        </a:p>
      </dgm:t>
    </dgm:pt>
    <dgm:pt modelId="{C726E665-2B5D-4381-B04B-049AAE4DFA11}" type="parTrans" cxnId="{B1BF9A07-2119-4BAF-98DA-174683E51B7A}">
      <dgm:prSet/>
      <dgm:spPr/>
      <dgm:t>
        <a:bodyPr/>
        <a:lstStyle/>
        <a:p>
          <a:endParaRPr lang="en-US"/>
        </a:p>
      </dgm:t>
    </dgm:pt>
    <dgm:pt modelId="{ECFEFFF4-0A7F-4942-94C9-B8D6FA4001C5}" type="sibTrans" cxnId="{B1BF9A07-2119-4BAF-98DA-174683E51B7A}">
      <dgm:prSet/>
      <dgm:spPr/>
      <dgm:t>
        <a:bodyPr/>
        <a:lstStyle/>
        <a:p>
          <a:endParaRPr lang="en-US"/>
        </a:p>
      </dgm:t>
    </dgm:pt>
    <dgm:pt modelId="{B5B85529-18F9-4D28-AF5C-07525F9C2F14}">
      <dgm:prSet/>
      <dgm:spPr/>
      <dgm:t>
        <a:bodyPr/>
        <a:lstStyle/>
        <a:p>
          <a:r>
            <a:rPr lang="fr-FR" b="1"/>
            <a:t>Fiabilité réduite </a:t>
          </a:r>
          <a:r>
            <a:rPr lang="fr-FR"/>
            <a:t>: L’infrastructure manque de systèmes robustes pour la récupération après incident et ne dispose pas d’une surveillance proactive des erreurs.</a:t>
          </a:r>
          <a:endParaRPr lang="en-US"/>
        </a:p>
      </dgm:t>
    </dgm:pt>
    <dgm:pt modelId="{6830C007-33AE-4031-A72C-24B9B065D0A5}" type="parTrans" cxnId="{2A1D1E9F-854E-493B-AE5F-2A833B1321CE}">
      <dgm:prSet/>
      <dgm:spPr/>
      <dgm:t>
        <a:bodyPr/>
        <a:lstStyle/>
        <a:p>
          <a:endParaRPr lang="en-US"/>
        </a:p>
      </dgm:t>
    </dgm:pt>
    <dgm:pt modelId="{E9FA9782-DE33-4F8C-BBA9-D626EB1E03FB}" type="sibTrans" cxnId="{2A1D1E9F-854E-493B-AE5F-2A833B1321CE}">
      <dgm:prSet/>
      <dgm:spPr/>
      <dgm:t>
        <a:bodyPr/>
        <a:lstStyle/>
        <a:p>
          <a:endParaRPr lang="en-US"/>
        </a:p>
      </dgm:t>
    </dgm:pt>
    <dgm:pt modelId="{6FF1CFA0-CAA1-5E4F-88A4-8C1731CF230B}" type="pres">
      <dgm:prSet presAssocID="{A72D76ED-EF1B-4806-B5FF-D31EDAF87E2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9FC3582-13CD-934E-A2AF-40A69455D557}" type="pres">
      <dgm:prSet presAssocID="{A72D76ED-EF1B-4806-B5FF-D31EDAF87E28}" presName="dummyMaxCanvas" presStyleCnt="0">
        <dgm:presLayoutVars/>
      </dgm:prSet>
      <dgm:spPr/>
    </dgm:pt>
    <dgm:pt modelId="{46F7B5DB-2CA8-6A40-8049-588DA2351623}" type="pres">
      <dgm:prSet presAssocID="{A72D76ED-EF1B-4806-B5FF-D31EDAF87E28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C07D3ED-472E-374E-B634-29F79A1F2F17}" type="pres">
      <dgm:prSet presAssocID="{A72D76ED-EF1B-4806-B5FF-D31EDAF87E28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AF2E4CA-C0FC-DB45-B24D-07050072BE5F}" type="pres">
      <dgm:prSet presAssocID="{A72D76ED-EF1B-4806-B5FF-D31EDAF87E28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9898B2-1FDB-9847-8A12-203F197C0081}" type="pres">
      <dgm:prSet presAssocID="{A72D76ED-EF1B-4806-B5FF-D31EDAF87E28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D5AAF7B-EB58-BA46-AF63-420CFCB1300F}" type="pres">
      <dgm:prSet presAssocID="{A72D76ED-EF1B-4806-B5FF-D31EDAF87E28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2964F2A-9DD1-BE47-8103-A28D2AAE830E}" type="pres">
      <dgm:prSet presAssocID="{A72D76ED-EF1B-4806-B5FF-D31EDAF87E28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9DFDB5-F40F-A043-85E6-5458B31E2844}" type="pres">
      <dgm:prSet presAssocID="{A72D76ED-EF1B-4806-B5FF-D31EDAF87E28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E87971B-A439-B44B-AD30-5DF0EE247B18}" type="pres">
      <dgm:prSet presAssocID="{A72D76ED-EF1B-4806-B5FF-D31EDAF87E28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05E265D-E0B8-7044-A609-A2102E8431C1}" type="pres">
      <dgm:prSet presAssocID="{A72D76ED-EF1B-4806-B5FF-D31EDAF87E28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4FE852-ECCD-0440-A2FD-1D47632DE0FA}" type="pres">
      <dgm:prSet presAssocID="{A72D76ED-EF1B-4806-B5FF-D31EDAF87E28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3D8A9DA-930E-884F-BDF2-3317351C418C}" type="pres">
      <dgm:prSet presAssocID="{A72D76ED-EF1B-4806-B5FF-D31EDAF87E28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99AF571-F505-D14E-B101-CCED9C4C2345}" type="presOf" srcId="{B5B85529-18F9-4D28-AF5C-07525F9C2F14}" destId="{33D8A9DA-930E-884F-BDF2-3317351C418C}" srcOrd="1" destOrd="0" presId="urn:microsoft.com/office/officeart/2005/8/layout/vProcess5"/>
    <dgm:cxn modelId="{8343B765-B0D2-8740-8FE4-640F89859A09}" type="presOf" srcId="{DD849554-0912-432D-8D1A-B5B785691E73}" destId="{0E87971B-A439-B44B-AD30-5DF0EE247B18}" srcOrd="1" destOrd="0" presId="urn:microsoft.com/office/officeart/2005/8/layout/vProcess5"/>
    <dgm:cxn modelId="{54D3389E-5DD1-4ACE-9AC4-523AC7FEC76E}" srcId="{A72D76ED-EF1B-4806-B5FF-D31EDAF87E28}" destId="{56A4048D-5815-49CB-86BB-B0A198B95C35}" srcOrd="1" destOrd="0" parTransId="{0A37CF3D-EC82-4919-A800-4A79187A7321}" sibTransId="{F59D76D7-0933-45B7-B986-FE138FDB579C}"/>
    <dgm:cxn modelId="{2A1D1E9F-854E-493B-AE5F-2A833B1321CE}" srcId="{A72D76ED-EF1B-4806-B5FF-D31EDAF87E28}" destId="{B5B85529-18F9-4D28-AF5C-07525F9C2F14}" srcOrd="3" destOrd="0" parTransId="{6830C007-33AE-4031-A72C-24B9B065D0A5}" sibTransId="{E9FA9782-DE33-4F8C-BBA9-D626EB1E03FB}"/>
    <dgm:cxn modelId="{BF1BCF6D-1331-C54E-9CB8-FE31F12A1C91}" type="presOf" srcId="{A72D76ED-EF1B-4806-B5FF-D31EDAF87E28}" destId="{6FF1CFA0-CAA1-5E4F-88A4-8C1731CF230B}" srcOrd="0" destOrd="0" presId="urn:microsoft.com/office/officeart/2005/8/layout/vProcess5"/>
    <dgm:cxn modelId="{5D27D816-685A-4B10-A38C-729C39080EA8}" srcId="{A72D76ED-EF1B-4806-B5FF-D31EDAF87E28}" destId="{DD849554-0912-432D-8D1A-B5B785691E73}" srcOrd="0" destOrd="0" parTransId="{FC089260-6F4E-4524-BC04-12753451C089}" sibTransId="{C7DE8A5A-2B9F-494F-AF23-D49698F6AF4D}"/>
    <dgm:cxn modelId="{34C36A4F-9989-5C4C-834B-93BBD6C98547}" type="presOf" srcId="{C7DE8A5A-2B9F-494F-AF23-D49698F6AF4D}" destId="{1D5AAF7B-EB58-BA46-AF63-420CFCB1300F}" srcOrd="0" destOrd="0" presId="urn:microsoft.com/office/officeart/2005/8/layout/vProcess5"/>
    <dgm:cxn modelId="{FCF1B5CC-434E-CA48-8B45-7E34C0BED9C6}" type="presOf" srcId="{F59D76D7-0933-45B7-B986-FE138FDB579C}" destId="{B2964F2A-9DD1-BE47-8103-A28D2AAE830E}" srcOrd="0" destOrd="0" presId="urn:microsoft.com/office/officeart/2005/8/layout/vProcess5"/>
    <dgm:cxn modelId="{0266E706-4464-0842-A40E-FE3D7AB9AB69}" type="presOf" srcId="{56A4048D-5815-49CB-86BB-B0A198B95C35}" destId="{B05E265D-E0B8-7044-A609-A2102E8431C1}" srcOrd="1" destOrd="0" presId="urn:microsoft.com/office/officeart/2005/8/layout/vProcess5"/>
    <dgm:cxn modelId="{7B7CAC35-5FFE-3C4A-8A72-FFCCE3F62C8B}" type="presOf" srcId="{B859330D-75C9-4547-94FB-85514C54B59D}" destId="{914FE852-ECCD-0440-A2FD-1D47632DE0FA}" srcOrd="1" destOrd="0" presId="urn:microsoft.com/office/officeart/2005/8/layout/vProcess5"/>
    <dgm:cxn modelId="{AEB06ED5-6455-1448-868C-E4C0FBFABF23}" type="presOf" srcId="{56A4048D-5815-49CB-86BB-B0A198B95C35}" destId="{1C07D3ED-472E-374E-B634-29F79A1F2F17}" srcOrd="0" destOrd="0" presId="urn:microsoft.com/office/officeart/2005/8/layout/vProcess5"/>
    <dgm:cxn modelId="{E30FFC3B-0DC0-754B-A126-9921FC8A2973}" type="presOf" srcId="{DD849554-0912-432D-8D1A-B5B785691E73}" destId="{46F7B5DB-2CA8-6A40-8049-588DA2351623}" srcOrd="0" destOrd="0" presId="urn:microsoft.com/office/officeart/2005/8/layout/vProcess5"/>
    <dgm:cxn modelId="{74229051-046B-D942-B561-A383ADECC0C6}" type="presOf" srcId="{B859330D-75C9-4547-94FB-85514C54B59D}" destId="{0AF2E4CA-C0FC-DB45-B24D-07050072BE5F}" srcOrd="0" destOrd="0" presId="urn:microsoft.com/office/officeart/2005/8/layout/vProcess5"/>
    <dgm:cxn modelId="{61D3EE08-8A0E-A149-A34F-1E9659C639CA}" type="presOf" srcId="{B5B85529-18F9-4D28-AF5C-07525F9C2F14}" destId="{989898B2-1FDB-9847-8A12-203F197C0081}" srcOrd="0" destOrd="0" presId="urn:microsoft.com/office/officeart/2005/8/layout/vProcess5"/>
    <dgm:cxn modelId="{35481E0D-3FD0-EB41-9CD7-2BE67A6D1646}" type="presOf" srcId="{ECFEFFF4-0A7F-4942-94C9-B8D6FA4001C5}" destId="{9C9DFDB5-F40F-A043-85E6-5458B31E2844}" srcOrd="0" destOrd="0" presId="urn:microsoft.com/office/officeart/2005/8/layout/vProcess5"/>
    <dgm:cxn modelId="{B1BF9A07-2119-4BAF-98DA-174683E51B7A}" srcId="{A72D76ED-EF1B-4806-B5FF-D31EDAF87E28}" destId="{B859330D-75C9-4547-94FB-85514C54B59D}" srcOrd="2" destOrd="0" parTransId="{C726E665-2B5D-4381-B04B-049AAE4DFA11}" sibTransId="{ECFEFFF4-0A7F-4942-94C9-B8D6FA4001C5}"/>
    <dgm:cxn modelId="{32BDE43C-1639-9F45-B3D8-7B56B0F2FCAD}" type="presParOf" srcId="{6FF1CFA0-CAA1-5E4F-88A4-8C1731CF230B}" destId="{B9FC3582-13CD-934E-A2AF-40A69455D557}" srcOrd="0" destOrd="0" presId="urn:microsoft.com/office/officeart/2005/8/layout/vProcess5"/>
    <dgm:cxn modelId="{6145AB30-BD5F-C84E-8F77-D2FD8E11A8AA}" type="presParOf" srcId="{6FF1CFA0-CAA1-5E4F-88A4-8C1731CF230B}" destId="{46F7B5DB-2CA8-6A40-8049-588DA2351623}" srcOrd="1" destOrd="0" presId="urn:microsoft.com/office/officeart/2005/8/layout/vProcess5"/>
    <dgm:cxn modelId="{43667A09-0468-634C-AE4D-801D43F88BF2}" type="presParOf" srcId="{6FF1CFA0-CAA1-5E4F-88A4-8C1731CF230B}" destId="{1C07D3ED-472E-374E-B634-29F79A1F2F17}" srcOrd="2" destOrd="0" presId="urn:microsoft.com/office/officeart/2005/8/layout/vProcess5"/>
    <dgm:cxn modelId="{C53D28BB-44FE-7B41-ADE1-3EA819CDD451}" type="presParOf" srcId="{6FF1CFA0-CAA1-5E4F-88A4-8C1731CF230B}" destId="{0AF2E4CA-C0FC-DB45-B24D-07050072BE5F}" srcOrd="3" destOrd="0" presId="urn:microsoft.com/office/officeart/2005/8/layout/vProcess5"/>
    <dgm:cxn modelId="{CDDED037-EDF7-D64F-8971-327F93A7CBF3}" type="presParOf" srcId="{6FF1CFA0-CAA1-5E4F-88A4-8C1731CF230B}" destId="{989898B2-1FDB-9847-8A12-203F197C0081}" srcOrd="4" destOrd="0" presId="urn:microsoft.com/office/officeart/2005/8/layout/vProcess5"/>
    <dgm:cxn modelId="{6FFC3DE0-70E3-664D-BFFF-B9460928C1EF}" type="presParOf" srcId="{6FF1CFA0-CAA1-5E4F-88A4-8C1731CF230B}" destId="{1D5AAF7B-EB58-BA46-AF63-420CFCB1300F}" srcOrd="5" destOrd="0" presId="urn:microsoft.com/office/officeart/2005/8/layout/vProcess5"/>
    <dgm:cxn modelId="{AEE0CCB2-E36B-5F4B-ABEF-B621CDFE019E}" type="presParOf" srcId="{6FF1CFA0-CAA1-5E4F-88A4-8C1731CF230B}" destId="{B2964F2A-9DD1-BE47-8103-A28D2AAE830E}" srcOrd="6" destOrd="0" presId="urn:microsoft.com/office/officeart/2005/8/layout/vProcess5"/>
    <dgm:cxn modelId="{B104B668-8951-5842-97FB-57549DC610F8}" type="presParOf" srcId="{6FF1CFA0-CAA1-5E4F-88A4-8C1731CF230B}" destId="{9C9DFDB5-F40F-A043-85E6-5458B31E2844}" srcOrd="7" destOrd="0" presId="urn:microsoft.com/office/officeart/2005/8/layout/vProcess5"/>
    <dgm:cxn modelId="{96ECEC16-F783-4144-B21F-0E1906555297}" type="presParOf" srcId="{6FF1CFA0-CAA1-5E4F-88A4-8C1731CF230B}" destId="{0E87971B-A439-B44B-AD30-5DF0EE247B18}" srcOrd="8" destOrd="0" presId="urn:microsoft.com/office/officeart/2005/8/layout/vProcess5"/>
    <dgm:cxn modelId="{36B21131-2977-3941-8E04-532F23040598}" type="presParOf" srcId="{6FF1CFA0-CAA1-5E4F-88A4-8C1731CF230B}" destId="{B05E265D-E0B8-7044-A609-A2102E8431C1}" srcOrd="9" destOrd="0" presId="urn:microsoft.com/office/officeart/2005/8/layout/vProcess5"/>
    <dgm:cxn modelId="{1099221A-05A3-804F-9A62-357A5A378CB7}" type="presParOf" srcId="{6FF1CFA0-CAA1-5E4F-88A4-8C1731CF230B}" destId="{914FE852-ECCD-0440-A2FD-1D47632DE0FA}" srcOrd="10" destOrd="0" presId="urn:microsoft.com/office/officeart/2005/8/layout/vProcess5"/>
    <dgm:cxn modelId="{2465D772-ED74-B344-A783-EB4DBC56F974}" type="presParOf" srcId="{6FF1CFA0-CAA1-5E4F-88A4-8C1731CF230B}" destId="{33D8A9DA-930E-884F-BDF2-3317351C418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3EEF17-6470-E242-9B73-27BD912CD30D}">
      <dsp:nvSpPr>
        <dsp:cNvPr id="0" name=""/>
        <dsp:cNvSpPr/>
      </dsp:nvSpPr>
      <dsp:spPr>
        <a:xfrm>
          <a:off x="0" y="371512"/>
          <a:ext cx="4438638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74904" rIns="34448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/>
            <a:t>Quantum Motors souhaite se développer à l’international, nécessitant une infrastructure capable de gérer la disponibilité, la scalabilité et la performance.</a:t>
          </a:r>
          <a:br>
            <a:rPr lang="fr-FR" sz="1800" kern="1200"/>
          </a:br>
          <a:endParaRPr lang="en-US" sz="1800" kern="1200"/>
        </a:p>
      </dsp:txBody>
      <dsp:txXfrm>
        <a:off x="0" y="371512"/>
        <a:ext cx="4438638" cy="2041200"/>
      </dsp:txXfrm>
    </dsp:sp>
    <dsp:sp modelId="{2134B16C-788B-4A42-AF62-85954FC66862}">
      <dsp:nvSpPr>
        <dsp:cNvPr id="0" name=""/>
        <dsp:cNvSpPr/>
      </dsp:nvSpPr>
      <dsp:spPr>
        <a:xfrm>
          <a:off x="221931" y="105832"/>
          <a:ext cx="3107046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/>
            <a:t>Contexte :</a:t>
          </a:r>
          <a:endParaRPr lang="en-US" sz="1800" kern="1200"/>
        </a:p>
      </dsp:txBody>
      <dsp:txXfrm>
        <a:off x="221931" y="105832"/>
        <a:ext cx="3107046" cy="531360"/>
      </dsp:txXfrm>
    </dsp:sp>
    <dsp:sp modelId="{3289E6CE-DC81-0342-A039-2CDE2F1AFD31}">
      <dsp:nvSpPr>
        <dsp:cNvPr id="0" name=""/>
        <dsp:cNvSpPr/>
      </dsp:nvSpPr>
      <dsp:spPr>
        <a:xfrm>
          <a:off x="0" y="2775592"/>
          <a:ext cx="4438638" cy="2097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488" tIns="374904" rIns="34448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/>
            <a:t>Proposer une architecture micro services adaptée aux nouvelles exigences.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800" kern="1200"/>
            <a:t>Améliorer la fiabilité et la sécurité pour supporter la croissance et les opérations critiques.</a:t>
          </a:r>
          <a:endParaRPr lang="en-US" sz="1800" kern="1200"/>
        </a:p>
      </dsp:txBody>
      <dsp:txXfrm>
        <a:off x="0" y="2775592"/>
        <a:ext cx="4438638" cy="2097900"/>
      </dsp:txXfrm>
    </dsp:sp>
    <dsp:sp modelId="{1E397471-2DA7-2241-8264-25BD54CEA6FD}">
      <dsp:nvSpPr>
        <dsp:cNvPr id="0" name=""/>
        <dsp:cNvSpPr/>
      </dsp:nvSpPr>
      <dsp:spPr>
        <a:xfrm>
          <a:off x="221931" y="2509912"/>
          <a:ext cx="3107046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439" tIns="0" rIns="117439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/>
            <a:t>Objectifs :</a:t>
          </a:r>
          <a:endParaRPr lang="en-US" sz="1800" kern="1200"/>
        </a:p>
      </dsp:txBody>
      <dsp:txXfrm>
        <a:off x="221931" y="2509912"/>
        <a:ext cx="3107046" cy="53136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6F7B5DB-2CA8-6A40-8049-588DA2351623}">
      <dsp:nvSpPr>
        <dsp:cNvPr id="0" name=""/>
        <dsp:cNvSpPr/>
      </dsp:nvSpPr>
      <dsp:spPr>
        <a:xfrm>
          <a:off x="0" y="0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b="1" kern="1200"/>
            <a:t>Disponibilité limitée : </a:t>
          </a:r>
          <a:r>
            <a:rPr lang="fr-FR" sz="1500" kern="1200"/>
            <a:t>L’infrastructure actuelle ne dispose pas de mécanismes de réplication et de basculement, ce qui expose les services aux interruptions en cas de panne.</a:t>
          </a:r>
          <a:endParaRPr lang="en-US" sz="1500" kern="1200"/>
        </a:p>
      </dsp:txBody>
      <dsp:txXfrm>
        <a:off x="0" y="0"/>
        <a:ext cx="5584553" cy="821435"/>
      </dsp:txXfrm>
    </dsp:sp>
    <dsp:sp modelId="{1C07D3ED-472E-374E-B634-29F79A1F2F17}">
      <dsp:nvSpPr>
        <dsp:cNvPr id="0" name=""/>
        <dsp:cNvSpPr/>
      </dsp:nvSpPr>
      <dsp:spPr>
        <a:xfrm>
          <a:off x="543725" y="970787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b="1" kern="1200"/>
            <a:t>Scalabilité restreinte : </a:t>
          </a:r>
          <a:r>
            <a:rPr lang="fr-FR" sz="1500" kern="1200"/>
            <a:t>La capacité à répondre à de fortes charges est limitée, rendant difficile la gestion des pics de trafic sans une duplication manuelle des ressources.</a:t>
          </a:r>
          <a:endParaRPr lang="en-US" sz="1500" kern="1200"/>
        </a:p>
      </dsp:txBody>
      <dsp:txXfrm>
        <a:off x="543725" y="970787"/>
        <a:ext cx="5414581" cy="821435"/>
      </dsp:txXfrm>
    </dsp:sp>
    <dsp:sp modelId="{0AF2E4CA-C0FC-DB45-B24D-07050072BE5F}">
      <dsp:nvSpPr>
        <dsp:cNvPr id="0" name=""/>
        <dsp:cNvSpPr/>
      </dsp:nvSpPr>
      <dsp:spPr>
        <a:xfrm>
          <a:off x="1079334" y="1941575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b="1" kern="1200"/>
            <a:t>Sécurité insuffisante : </a:t>
          </a:r>
          <a:r>
            <a:rPr lang="fr-FR" sz="1500" kern="1200"/>
            <a:t>La centralisation des services et l’absence d’isolation entre eux augmentent le risque de compromission des données sensibles.</a:t>
          </a:r>
          <a:endParaRPr lang="en-US" sz="1500" kern="1200"/>
        </a:p>
      </dsp:txBody>
      <dsp:txXfrm>
        <a:off x="1079334" y="1941575"/>
        <a:ext cx="5422696" cy="821435"/>
      </dsp:txXfrm>
    </dsp:sp>
    <dsp:sp modelId="{989898B2-1FDB-9847-8A12-203F197C0081}">
      <dsp:nvSpPr>
        <dsp:cNvPr id="0" name=""/>
        <dsp:cNvSpPr/>
      </dsp:nvSpPr>
      <dsp:spPr>
        <a:xfrm>
          <a:off x="1623059" y="2912363"/>
          <a:ext cx="6492240" cy="821435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500" b="1" kern="1200"/>
            <a:t>Fiabilité réduite </a:t>
          </a:r>
          <a:r>
            <a:rPr lang="fr-FR" sz="1500" kern="1200"/>
            <a:t>: L’infrastructure manque de systèmes robustes pour la récupération après incident et ne dispose pas d’une surveillance proactive des erreurs.</a:t>
          </a:r>
          <a:endParaRPr lang="en-US" sz="1500" kern="1200"/>
        </a:p>
      </dsp:txBody>
      <dsp:txXfrm>
        <a:off x="1623059" y="2912363"/>
        <a:ext cx="5414581" cy="821435"/>
      </dsp:txXfrm>
    </dsp:sp>
    <dsp:sp modelId="{1D5AAF7B-EB58-BA46-AF63-420CFCB1300F}">
      <dsp:nvSpPr>
        <dsp:cNvPr id="0" name=""/>
        <dsp:cNvSpPr/>
      </dsp:nvSpPr>
      <dsp:spPr>
        <a:xfrm>
          <a:off x="5958306" y="629145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5958306" y="629145"/>
        <a:ext cx="533933" cy="533933"/>
      </dsp:txXfrm>
    </dsp:sp>
    <dsp:sp modelId="{B2964F2A-9DD1-BE47-8103-A28D2AAE830E}">
      <dsp:nvSpPr>
        <dsp:cNvPr id="0" name=""/>
        <dsp:cNvSpPr/>
      </dsp:nvSpPr>
      <dsp:spPr>
        <a:xfrm>
          <a:off x="6502031" y="1599932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6502031" y="1599932"/>
        <a:ext cx="533933" cy="533933"/>
      </dsp:txXfrm>
    </dsp:sp>
    <dsp:sp modelId="{9C9DFDB5-F40F-A043-85E6-5458B31E2844}">
      <dsp:nvSpPr>
        <dsp:cNvPr id="0" name=""/>
        <dsp:cNvSpPr/>
      </dsp:nvSpPr>
      <dsp:spPr>
        <a:xfrm>
          <a:off x="7037641" y="2570720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7037641" y="2570720"/>
        <a:ext cx="533933" cy="533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188A9-6684-42C7-BC5C-0BFB656BAC6B}" type="datetimeFigureOut">
              <a:rPr lang="fr-FR" smtClean="0"/>
              <a:t>14/11/2024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97851-0664-4EB9-9735-D8CCF7F2DD9A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7851-0664-4EB9-9735-D8CCF7F2DD9A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xmlns="" id="{4522B21E-B2B9-4C72-9A71-C87EFD1374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5EB7D2A2-F448-44D4-938C-DC84CBCB3B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871AEA07-1E14-44B4-8E55-64EF049CD6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B52C71DE-1662-18DB-D58A-2B50A9BD7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fr-FR" sz="6300"/>
              <a:t>Quantum Motors - Partie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0D0CC8-4FDE-2D62-E1A2-69736295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>
                <a:effectLst/>
                <a:latin typeface="+mj-lt"/>
              </a:rPr>
              <a:t>Groupe : </a:t>
            </a:r>
            <a:r>
              <a:rPr lang="fr-FR" err="1">
                <a:effectLst/>
                <a:latin typeface="+mj-lt"/>
              </a:rPr>
              <a:t>sadat_g</a:t>
            </a:r>
            <a:endParaRPr lang="fr-FR">
              <a:effectLst/>
              <a:latin typeface="+mj-lt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F7C8EA93-3210-4C62-99E9-153C275E3A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3117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25132AE-B21C-CB0B-24D5-D8FC40C8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xmlns="" id="{A1F6BF70-C7D1-4AF9-8DB4-BEEB8A9C35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FEC362-4623-08C5-4291-FE445D71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4200" b="1"/>
              <a:t>Objectifs et contexte du projet.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0C66A8B6-1F6E-4FCC-93B9-B9986B6FD1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CAF7C4FD-65AD-4BBE-886A-D2E923F94C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1BA8278B-6DF7-481F-B1FA-FFE7D6C3C7B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xmlns="" id="{373C2EA5-49ED-5DDF-94AD-9FF8E80A4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96450883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33609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0349353-6D46-FDB2-DC02-5F8AFDA0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xmlns="" id="{3AD318CC-E2A8-4E27-9548-A047A78999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92C018-9962-17E6-88F2-A4D13CC2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FR" sz="3900" b="1"/>
              <a:t>Composants et Outils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B14B560F-9DD7-4302-A60B-EBD3EF59B0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3A9A4357-BD1D-4622-A4FE-766E6AB8DE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C21D6966-343E-49AC-A026-D2497E0C3C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90F190-8CD9-DA2E-A020-5A759D7F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1900" dirty="0">
                <a:latin typeface="+mj-lt"/>
              </a:rPr>
              <a:t>Les services sont distribués dans des conteneurs Docker, gérés par un orchestrateur de type </a:t>
            </a:r>
            <a:r>
              <a:rPr lang="fr-FR" sz="1900" dirty="0" err="1">
                <a:latin typeface="+mj-lt"/>
              </a:rPr>
              <a:t>Swarm</a:t>
            </a:r>
            <a:r>
              <a:rPr lang="fr-FR" sz="1900" dirty="0">
                <a:latin typeface="+mj-lt"/>
              </a:rPr>
              <a:t>:</a:t>
            </a:r>
          </a:p>
          <a:p>
            <a:pPr marL="857250" lvl="1" indent="-457200">
              <a:spcBef>
                <a:spcPts val="900"/>
              </a:spcBef>
              <a:buFont typeface="Wingdings" pitchFamily="2" charset="2"/>
              <a:buChar char="v"/>
            </a:pPr>
            <a:r>
              <a:rPr lang="fr-FR" sz="1900" dirty="0" err="1">
                <a:latin typeface="+mj-lt"/>
              </a:rPr>
              <a:t>Traefik</a:t>
            </a:r>
            <a:r>
              <a:rPr lang="fr-FR" sz="1900" dirty="0">
                <a:latin typeface="+mj-lt"/>
              </a:rPr>
              <a:t> est utilisé comme proxy inversé et équilibreur de charge.</a:t>
            </a:r>
          </a:p>
          <a:p>
            <a:pPr marL="857250" lvl="1" indent="-457200">
              <a:spcBef>
                <a:spcPts val="900"/>
              </a:spcBef>
              <a:buFont typeface="Wingdings" pitchFamily="2" charset="2"/>
              <a:buChar char="v"/>
            </a:pPr>
            <a:r>
              <a:rPr lang="fr-FR" sz="1900" dirty="0" err="1">
                <a:latin typeface="+mj-lt"/>
              </a:rPr>
              <a:t>SonarQube</a:t>
            </a:r>
            <a:r>
              <a:rPr lang="fr-FR" sz="1900" dirty="0">
                <a:latin typeface="+mj-lt"/>
              </a:rPr>
              <a:t> et </a:t>
            </a:r>
            <a:r>
              <a:rPr lang="fr-FR" sz="1900" dirty="0" err="1">
                <a:latin typeface="+mj-lt"/>
              </a:rPr>
              <a:t>Prometheus</a:t>
            </a:r>
            <a:r>
              <a:rPr lang="fr-FR" sz="1900" dirty="0">
                <a:latin typeface="+mj-lt"/>
              </a:rPr>
              <a:t> sont utilisés pour l’analyse de code et le monitoring, respectivement.</a:t>
            </a:r>
          </a:p>
          <a:p>
            <a:pPr marL="857250" lvl="1" indent="-457200">
              <a:spcBef>
                <a:spcPts val="900"/>
              </a:spcBef>
              <a:buFont typeface="Wingdings" pitchFamily="2" charset="2"/>
              <a:buChar char="v"/>
            </a:pPr>
            <a:r>
              <a:rPr lang="fr-FR" sz="1900" dirty="0">
                <a:latin typeface="+mj-lt"/>
              </a:rPr>
              <a:t>L’utilisation de volumes sur VM1 et VM2 permet la persistance des données.</a:t>
            </a:r>
          </a:p>
        </p:txBody>
      </p:sp>
    </p:spTree>
    <p:extLst>
      <p:ext uri="{BB962C8B-B14F-4D97-AF65-F5344CB8AC3E}">
        <p14:creationId xmlns:p14="http://schemas.microsoft.com/office/powerpoint/2010/main" xmlns="" val="2616400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5DC7E05-77F6-D964-F662-DA246F21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5C8908E2-EE49-44D2-9428-A28D2312A8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05314994-6337-4875-8CF5-652CAFE834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3A2D4D6-D501-439A-9FC6-397879C465E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5CD20BAA-1998-4EBB-AD61-13A92072ECE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3" name="Freeform: Shape 72">
            <a:extLst>
              <a:ext uri="{FF2B5EF4-FFF2-40B4-BE49-F238E27FC236}">
                <a16:creationId xmlns:a16="http://schemas.microsoft.com/office/drawing/2014/main" xmlns="" id="{7449A6C7-D15F-4AA5-BFA5-71A404B470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xmlns="" id="{ED888B23-07FA-482A-96DF-47E31AF1A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7B9856-42C9-9CC1-CBAD-A790BBF1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fr-FR" sz="3500" b="1"/>
              <a:t>Faiblesses de l’infrastructure actuelle</a:t>
            </a:r>
            <a:r>
              <a:rPr lang="fr-FR" sz="3500">
                <a:latin typeface=".SF NS"/>
              </a:rPr>
              <a:t>:</a:t>
            </a:r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xmlns="" id="{24F4E2F6-3C96-F809-3F75-C24BBBEF4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89451628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91756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700E0F77-E936-4985-B7B1-B9823486AC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/>
              <a:t>Nouvelle Architecture Proposée</a:t>
            </a:r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5C8260E-968F-44E8-A823-ABB4313119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nfrastructure-ms.png"/>
          <p:cNvPicPr>
            <a:picLocks noChangeAspect="1"/>
          </p:cNvPicPr>
          <p:nvPr/>
        </p:nvPicPr>
        <p:blipFill>
          <a:blip r:embed="rId2"/>
          <a:srcRect l="3179" t="1032" r="9488" b="3267"/>
          <a:stretch/>
        </p:blipFill>
        <p:spPr>
          <a:xfrm>
            <a:off x="388416" y="0"/>
            <a:ext cx="8367168" cy="458818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E43805F-24A6-46A4-B19B-54F2834735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600"/>
              <a:t>Améliorations clés :</a:t>
            </a:r>
          </a:p>
          <a:p>
            <a:pPr lvl="1"/>
            <a:r>
              <a:rPr lang="fr-FR" sz="1600"/>
              <a:t>Haute disponibilité</a:t>
            </a:r>
          </a:p>
          <a:p>
            <a:pPr lvl="1"/>
            <a:r>
              <a:rPr lang="fr-FR" sz="1600"/>
              <a:t>Scalabilité et performance accrues</a:t>
            </a:r>
          </a:p>
          <a:p>
            <a:pPr lvl="1"/>
            <a:r>
              <a:rPr lang="fr-FR" sz="1600"/>
              <a:t>Sécurité renforcée.</a:t>
            </a:r>
            <a:endParaRPr lang="fr-FR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xmlns="" id="{3AD318CC-E2A8-4E27-9548-A047A78999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3DF6AF-FC39-DEF7-452D-C1145F51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FR" sz="3900" b="1"/>
              <a:t>Présentation de la Nouvelle Architecture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B14B560F-9DD7-4302-A60B-EBD3EF59B0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3A9A4357-BD1D-4622-A4FE-766E6AB8DE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C21D6966-343E-49AC-A026-D2497E0C3C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A4D5F0-C572-A7F8-B31F-A78EF4EB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400050" lvl="1" indent="0">
              <a:lnSpc>
                <a:spcPct val="90000"/>
              </a:lnSpc>
              <a:spcBef>
                <a:spcPts val="900"/>
              </a:spcBef>
              <a:buNone/>
            </a:pPr>
            <a:r>
              <a:rPr lang="fr-FR" sz="1600" b="1">
                <a:latin typeface="+mj-lt"/>
              </a:rPr>
              <a:t>Description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 b="1">
                <a:latin typeface="+mj-lt"/>
              </a:rPr>
              <a:t>Microservices: 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Chaque domaine fonctionnel (e.g., car, battery, color) est isolé et déployé indépendamment, améliorant l’isolation et la maintenance.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 b="1">
                <a:latin typeface="+mj-lt"/>
              </a:rPr>
              <a:t>API Gateway (Traefik): 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Gère le routage des requêtes vers les services appropriés et assure l’équilibrage de charge.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 b="1">
                <a:latin typeface="+mj-lt"/>
              </a:rPr>
              <a:t>Sécurité renforcée : 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600">
                <a:latin typeface="+mj-lt"/>
              </a:rPr>
              <a:t>Communication sécurisée entre les services et protection des données sensibles.</a:t>
            </a:r>
            <a:endParaRPr lang="fr-FR" sz="1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267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09F65DB-E940-45B6-02A2-2A2EA066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xmlns="" id="{3AD318CC-E2A8-4E27-9548-A047A78999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ECBAD4-D1A5-0DD4-4263-5B549DCA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US" sz="3300" b="1"/>
              <a:t>Justification des Améliorations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B14B560F-9DD7-4302-A60B-EBD3EF59B0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3A9A4357-BD1D-4622-A4FE-766E6AB8DE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C21D6966-343E-49AC-A026-D2497E0C3C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DB2260-3021-6E08-CD0D-D968F5F9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300" b="1">
                <a:latin typeface="+mj-lt"/>
              </a:rPr>
              <a:t>Haute disponibilité :  </a:t>
            </a:r>
            <a:r>
              <a:rPr lang="fr-FR" sz="1300">
                <a:latin typeface="+mj-lt"/>
              </a:rPr>
              <a:t>Grâce à l’utilisation de l’API Gateway et de la redondance des services, les pannes isolées n’affectent pas l’ensemble de l’infrastructure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300" b="1">
                <a:latin typeface="+mj-lt"/>
              </a:rPr>
              <a:t>Scalabilité améliorée</a:t>
            </a:r>
          </a:p>
          <a:p>
            <a:pPr marL="1257300" lvl="2" indent="-4572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300">
                <a:latin typeface="+mj-lt"/>
              </a:rPr>
              <a:t>La séparation des services permet un scaling indépendant, répondant efficacement aux pics de trafic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fr-FR" sz="1300" b="1">
                <a:latin typeface="+mj-lt"/>
              </a:rPr>
              <a:t>Sécurité renforcée : </a:t>
            </a:r>
          </a:p>
          <a:p>
            <a:pPr lvl="2" indent="-342900">
              <a:lnSpc>
                <a:spcPct val="90000"/>
              </a:lnSpc>
              <a:spcBef>
                <a:spcPts val="900"/>
              </a:spcBef>
            </a:pPr>
            <a:r>
              <a:rPr lang="fr-FR" sz="1300">
                <a:latin typeface="+mj-lt"/>
              </a:rPr>
              <a:t>L’isolation des services et la sécurisation des communications assurent une protection accrue des données</a:t>
            </a:r>
          </a:p>
          <a:p>
            <a:pPr marL="857250" lvl="1" indent="-457200">
              <a:lnSpc>
                <a:spcPct val="90000"/>
              </a:lnSpc>
              <a:spcBef>
                <a:spcPts val="900"/>
              </a:spcBef>
              <a:buFont typeface="Wingdings" pitchFamily="2" charset="2"/>
              <a:buChar char="v"/>
            </a:pPr>
            <a:r>
              <a:rPr lang="en-US" sz="1300" b="1">
                <a:latin typeface="+mj-lt"/>
              </a:rPr>
              <a:t>Fiabilité accrue: </a:t>
            </a:r>
          </a:p>
          <a:p>
            <a:pPr lvl="2" indent="-342900">
              <a:lnSpc>
                <a:spcPct val="90000"/>
              </a:lnSpc>
              <a:spcBef>
                <a:spcPts val="900"/>
              </a:spcBef>
            </a:pPr>
            <a:r>
              <a:rPr lang="en-US" sz="1300">
                <a:latin typeface="+mj-lt"/>
              </a:rPr>
              <a:t>Surveillance proactive des services avec des outils de monitoring (Prometheus, Grafana) pour anticiper et prévenir les incidents</a:t>
            </a:r>
          </a:p>
          <a:p>
            <a:pPr lvl="2" indent="-342900">
              <a:lnSpc>
                <a:spcPct val="90000"/>
              </a:lnSpc>
              <a:spcBef>
                <a:spcPts val="900"/>
              </a:spcBef>
            </a:pPr>
            <a:endParaRPr lang="fr-FR" sz="13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327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xmlns="" id="{8B9AA7C6-5E5A-498E-A6DF-A943376E09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83EAB11A-76F7-48F4-9B4F-5BFDF4BF96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74D4C416-D5F4-4F6F-A6F1-87A21CD4FC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C6AC1C30-21C6-4BF6-93EE-B211D7A850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81E140AE-0ABF-47C8-BF32-7D2F0CF2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CBC4F608-B4B8-48C3-9572-C0F061B1CD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4710" y="60267"/>
            <a:ext cx="8229600" cy="1143000"/>
          </a:xfrm>
        </p:spPr>
        <p:txBody>
          <a:bodyPr>
            <a:noAutofit/>
          </a:bodyPr>
          <a:lstStyle/>
          <a:p>
            <a:pPr marL="400050" lvl="1" indent="0" algn="ctr">
              <a:spcBef>
                <a:spcPts val="900"/>
              </a:spcBef>
            </a:pP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Architecture  monitoring</a:t>
            </a:r>
            <a:r>
              <a:rPr lang="fr-FR" sz="2800" b="1" dirty="0"/>
              <a:t/>
            </a:r>
            <a:br>
              <a:rPr lang="fr-FR" sz="2800" b="1" dirty="0"/>
            </a:br>
            <a:endParaRPr lang="fr-FR" sz="2800" dirty="0"/>
          </a:p>
        </p:txBody>
      </p:sp>
      <p:pic>
        <p:nvPicPr>
          <p:cNvPr id="11" name="Picture 10" descr="architecture-monitoring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93" y="1203267"/>
            <a:ext cx="7885140" cy="445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531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xmlns="" id="{8B9AA7C6-5E5A-498E-A6DF-A943376E09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xmlns="" id="{83EAB11A-76F7-48F4-9B4F-5BFDF4BF96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74D4C416-D5F4-4F6F-A6F1-87A21CD4FC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C6AC1C30-21C6-4BF6-93EE-B211D7A850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81E140AE-0ABF-47C8-BF32-7D2F0CF2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CBC4F608-B4B8-48C3-9572-C0F061B1CD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A7F93F-A7BD-8477-3ED0-EA19EA05C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9779" y="274638"/>
            <a:ext cx="5878031" cy="4680583"/>
          </a:xfrm>
        </p:spPr>
        <p:txBody>
          <a:bodyPr anchor="ctr">
            <a:normAutofit/>
          </a:bodyPr>
          <a:lstStyle/>
          <a:p>
            <a:pPr marL="400050" lvl="1" indent="0">
              <a:spcBef>
                <a:spcPts val="900"/>
              </a:spcBef>
              <a:buNone/>
            </a:pPr>
            <a:endParaRPr lang="en-US" sz="4400" b="1" dirty="0">
              <a:latin typeface="+mj-lt"/>
              <a:ea typeface="+mj-ea"/>
              <a:cs typeface="+mj-cs"/>
            </a:endParaRPr>
          </a:p>
          <a:p>
            <a:pPr marL="400050" lvl="1" indent="0">
              <a:spcBef>
                <a:spcPts val="900"/>
              </a:spcBef>
              <a:buNone/>
            </a:pPr>
            <a:endParaRPr lang="en-US" sz="4400" b="1" dirty="0">
              <a:latin typeface="+mj-lt"/>
              <a:ea typeface="+mj-ea"/>
              <a:cs typeface="+mj-cs"/>
            </a:endParaRPr>
          </a:p>
          <a:p>
            <a:pPr marL="400050" lvl="1" indent="0">
              <a:spcBef>
                <a:spcPts val="900"/>
              </a:spcBef>
              <a:buNone/>
            </a:pPr>
            <a:r>
              <a:rPr lang="en-US" sz="4400" b="1" dirty="0">
                <a:latin typeface="+mj-lt"/>
                <a:ea typeface="+mj-ea"/>
                <a:cs typeface="+mj-cs"/>
              </a:rPr>
              <a:t>Demonstration</a:t>
            </a:r>
            <a:endParaRPr lang="fr-FR" sz="4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65312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398</Words>
  <Application>Microsoft Office PowerPoint</Application>
  <PresentationFormat>On-screen Show (4:3)</PresentationFormat>
  <Paragraphs>44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Quantum Motors - Partie 2</vt:lpstr>
      <vt:lpstr>Objectifs et contexte du projet.</vt:lpstr>
      <vt:lpstr>Composants et Outils</vt:lpstr>
      <vt:lpstr>Faiblesses de l’infrastructure actuelle:</vt:lpstr>
      <vt:lpstr>Nouvelle Architecture Proposée</vt:lpstr>
      <vt:lpstr>Présentation de la Nouvelle Architecture</vt:lpstr>
      <vt:lpstr>Justification des Améliorations</vt:lpstr>
      <vt:lpstr>  Architecture  monitoring </vt:lpstr>
      <vt:lpstr>Slide 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Motors - Partie 2</dc:title>
  <dc:subject/>
  <dc:creator/>
  <cp:keywords/>
  <dc:description>generated using python-pptx</dc:description>
  <cp:lastModifiedBy>Karl Noe YEGBE</cp:lastModifiedBy>
  <cp:revision>5</cp:revision>
  <dcterms:created xsi:type="dcterms:W3CDTF">2013-01-27T09:14:16Z</dcterms:created>
  <dcterms:modified xsi:type="dcterms:W3CDTF">2024-11-14T15:28:48Z</dcterms:modified>
  <cp:category/>
</cp:coreProperties>
</file>